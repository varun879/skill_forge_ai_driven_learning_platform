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76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8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833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008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883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09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746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143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194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760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2181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569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5627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558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439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0712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10008-811A-A475-A24A-86E838EF4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EE89C7-3EB7-5289-B02A-0978174435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3E02F-E2FD-A757-B10A-A17151A0E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98F23-C824-0F30-8F94-4C7D11FBA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33B71-C3C2-F8A4-1251-0D244E2D4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747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EC8BC-583C-7CB3-B7F4-CF2C74DDB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50B01-B7A7-F547-A5DF-399E427CB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CF397-92CB-8CCF-70B3-8CB18A384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B94FE-B5DF-544C-E456-89432C534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60A5B-4641-3EC8-25C5-339380BF3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550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B2D24-0402-016D-2784-0B491F4C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05253-329B-5653-2652-91BED9A76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DA763-2315-7391-A255-926718BFC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83FF8-5EAF-4178-CD2A-83D84460C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BB81A-BDDC-691B-5567-F1CD2C709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7202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D567D-9E47-6FE8-7034-234ECF279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76E76-BFAE-E8CD-5EB8-66ED5234E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9B8A0-3A7D-C0A0-5D56-A603DA75F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CC484-7B16-3504-5351-DB74C5F5D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6A7B2-F638-BA7C-C2D2-2A897BDF8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10AC7-9858-53E4-D63E-275063E23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0067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7629B-6515-2A0C-2465-A2884D386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5A37D-75F0-85C4-626D-B88D3C480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A72CC-3E7E-0428-4FD3-4DDABE2D8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D2D110-4DA9-7297-B791-533C6665B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FFDE6-8805-7E6D-BA24-46FD894BA0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8E0F9F-1EEB-9C01-9CB3-4D3A5BC1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7E8D02-25E0-F6AB-1BA7-D87BB5104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8E33C-25DA-A77E-BD2A-516517BDA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3165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E4919-6C1D-9298-E3FC-407F374C0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0C330-7A03-E1AD-BC9B-C6C1F0359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47297-715D-4E53-23FD-EBC2674D7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AA829-BA7C-6853-1D7B-1AAC03EE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0264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409066-A8D4-C557-0630-0F4A21AF7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438E6C-0EE1-B8C1-86AF-9D7EB3621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8E1BF-F2F3-DFBF-0C71-65469A1CE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0602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8A92B-1607-D312-6C08-62B0ADCF7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ABFBC-0F01-0B3B-7FC4-A146E8377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091F0-38FD-D02E-A198-C4E62E090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E9EF5-D62D-9BF0-D191-537AF3E39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25B90-A9D5-2F38-94CE-61BF44061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E22BB-E104-715C-1D41-36A5C1B30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06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913E6-B045-92C9-2DE8-7B2EC5447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061EB-ECCA-0AA4-96FD-00C6C77C6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D8934-5371-F79F-CE10-A56B8FF2B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BE55D-1492-2EC4-C8BF-B231C1E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70E52-5961-6411-97F5-E50B0FC37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5745C-D069-DD08-AC65-BADED888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2379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BF534-4354-7FDC-36FC-0A035A14E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EF517-C492-F783-2C23-21736B01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EE4A1-37FF-3740-996E-04189B9ED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73A14-6B38-7A9F-B9F9-A3A01DE41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62CAD-BCFC-C5C8-3DC3-CA110CCC4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5861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5C33FE-02DA-CB18-EEBD-3E9D23D159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49D76-583F-B37A-D7C1-AD85896C1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6DCFA-254E-56B1-970C-62CD9F0B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5E658-D607-BCA2-470B-47FE16341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612A9-38B7-1C0E-E6A8-92CC3A706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71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11E9BB-D075-BDCB-1511-A86063C8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789B6-2359-4938-E503-58A5AA769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D9F38-BDAF-BD2A-28D6-6B93AC8E4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3DA55-C2A0-4F61-BE8F-4F1CBE9EC94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0BBB5-4B5A-60DB-1980-18FBD8D37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E465A-8ECF-BF34-96C5-76E408262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882F7-A674-49E7-A9F5-0DF575EF74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049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7B6430-98BD-6891-1C96-F06C75ED6333}"/>
              </a:ext>
            </a:extLst>
          </p:cNvPr>
          <p:cNvSpPr txBox="1"/>
          <p:nvPr/>
        </p:nvSpPr>
        <p:spPr>
          <a:xfrm>
            <a:off x="922351" y="310101"/>
            <a:ext cx="8444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4">
                    <a:lumMod val="50000"/>
                  </a:schemeClr>
                </a:solidFill>
                <a:latin typeface="Bookman Old Style" panose="02050604050505020204" pitchFamily="18" charset="0"/>
              </a:rPr>
              <a:t>SkillForge</a:t>
            </a:r>
            <a:r>
              <a:rPr lang="en-US" sz="2400" dirty="0" err="1">
                <a:latin typeface="Bookman Old Style" panose="02050604050505020204" pitchFamily="18" charset="0"/>
              </a:rPr>
              <a:t>:AI</a:t>
            </a:r>
            <a:r>
              <a:rPr lang="en-US" sz="2400" dirty="0">
                <a:latin typeface="Bookman Old Style" panose="02050604050505020204" pitchFamily="18" charset="0"/>
              </a:rPr>
              <a:t> Driven Adaptive Learning and Exam Generator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1D39E0-26F1-32B6-1FFF-CCD2ADDE8A96}"/>
              </a:ext>
            </a:extLst>
          </p:cNvPr>
          <p:cNvSpPr txBox="1"/>
          <p:nvPr/>
        </p:nvSpPr>
        <p:spPr>
          <a:xfrm>
            <a:off x="922351" y="1415332"/>
            <a:ext cx="844428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SkillForge</a:t>
            </a:r>
            <a:r>
              <a:rPr lang="en-US" dirty="0"/>
              <a:t> is a continuous adaptive learning platform designed to personalize coding education through real-time performance modeling, dynamic roadmap generation, AI-assisted feedback, and secure evaluation infrastructure.</a:t>
            </a:r>
          </a:p>
          <a:p>
            <a:endParaRPr lang="en-US" dirty="0"/>
          </a:p>
          <a:p>
            <a:r>
              <a:rPr lang="en-US" dirty="0"/>
              <a:t>Unlike static learning platforms, </a:t>
            </a:r>
            <a:r>
              <a:rPr lang="en-US" dirty="0" err="1"/>
              <a:t>SkillForge</a:t>
            </a:r>
            <a:r>
              <a:rPr lang="en-US" dirty="0"/>
              <a:t> does not follow a fixed curriculum.</a:t>
            </a:r>
            <a:br>
              <a:rPr lang="en-US" dirty="0"/>
            </a:br>
            <a:r>
              <a:rPr lang="en-US" dirty="0"/>
              <a:t>Instead, it maintains a live mastery model for each student and continuously recalibrates: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Question sequencing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Difficulty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Learning roadmaps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Adaptive exams</a:t>
            </a:r>
          </a:p>
          <a:p>
            <a:r>
              <a:rPr lang="en-US" dirty="0"/>
              <a:t>The system evolves with the learner</a:t>
            </a:r>
          </a:p>
          <a:p>
            <a:endParaRPr lang="en-IN" dirty="0"/>
          </a:p>
        </p:txBody>
      </p:sp>
      <p:pic>
        <p:nvPicPr>
          <p:cNvPr id="2050" name="Picture 2" descr="Coder GIF">
            <a:extLst>
              <a:ext uri="{FF2B5EF4-FFF2-40B4-BE49-F238E27FC236}">
                <a16:creationId xmlns:a16="http://schemas.microsoft.com/office/drawing/2014/main" id="{B43FF706-DD59-00B4-11B9-7CDD14673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448" y="3429000"/>
            <a:ext cx="3971676" cy="297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9232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01D333-B137-52AD-FFB0-F5B2C8EB1648}"/>
              </a:ext>
            </a:extLst>
          </p:cNvPr>
          <p:cNvSpPr txBox="1"/>
          <p:nvPr/>
        </p:nvSpPr>
        <p:spPr>
          <a:xfrm>
            <a:off x="842838" y="3275937"/>
            <a:ext cx="710846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Core Objective:</a:t>
            </a:r>
          </a:p>
          <a:p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To build an intelligent learning ecosystem that: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Continuously evaluates student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Dynamically updates personalized learning roadmaps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Generates context-aware AI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Enables tutor-driven intervention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Provides structured skill 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Ensures secure and scalable code execution</a:t>
            </a:r>
          </a:p>
          <a:p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7B33D-052C-2B1C-C597-0B8D11EF4D62}"/>
              </a:ext>
            </a:extLst>
          </p:cNvPr>
          <p:cNvSpPr txBox="1"/>
          <p:nvPr/>
        </p:nvSpPr>
        <p:spPr>
          <a:xfrm flipV="1">
            <a:off x="1836753" y="1449126"/>
            <a:ext cx="4878568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EF2AD0E-2D0D-400E-9838-3EC3F221A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838" y="492886"/>
            <a:ext cx="866798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Limitations of Existing Platforms: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Static difficulty progression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Predefined hints not based on student code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continuous topic mastery vector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Fixed exam templates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Limited tutor analytics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Resume-based hiring signals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00E5CD-6397-FCD7-4F0F-3E975A54A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321" y="874643"/>
            <a:ext cx="5143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350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9550691-9D6E-1207-1AE4-612A7AEB0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E87C3E-7213-E6EA-65EE-1B04A80DF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AE9643-1EFB-D3F0-580E-DEC45F8079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84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007D1-5E96-0094-4CF1-809C1213B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947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101FB4-C3C2-FF15-F979-758A9A006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05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B1A482-0A48-CD92-AA5D-FFCAA377B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B5BEED-84F6-B555-06F3-F1A82780F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E1066B-E728-C5DD-FE75-66658C9360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821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9F23BA-C1F4-9ED8-D967-9727B3E4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81FD78-6D30-604B-299C-F3317BBBE0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620" y="0"/>
            <a:ext cx="58064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5806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149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Bookman Old Style</vt:lpstr>
      <vt:lpstr>Calibri</vt:lpstr>
      <vt:lpstr>Calibri Light</vt:lpstr>
      <vt:lpstr>Trebuchet MS</vt:lpstr>
      <vt:lpstr>Wingdings 3</vt:lpstr>
      <vt:lpstr>Facet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REDDIE</dc:creator>
  <cp:lastModifiedBy>VARUN REDDIE</cp:lastModifiedBy>
  <cp:revision>2</cp:revision>
  <dcterms:created xsi:type="dcterms:W3CDTF">2026-02-16T07:57:22Z</dcterms:created>
  <dcterms:modified xsi:type="dcterms:W3CDTF">2026-02-18T04:47:53Z</dcterms:modified>
</cp:coreProperties>
</file>